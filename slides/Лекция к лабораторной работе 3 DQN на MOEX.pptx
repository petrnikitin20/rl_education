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e4f1029cb54811" /><Relationship Type="http://schemas.openxmlformats.org/officeDocument/2006/relationships/extended-properties" Target="/docProps/app.xml" Id="R043a0531fd6c4224" /><Relationship Type="http://schemas.openxmlformats.org/officeDocument/2006/relationships/officeDocument" Target="/ppt/presentation.xml" Id="Rb0fed1b6c97845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aa6b0eb9d492a"/>
  </p:sldMasterIdLst>
  <p:notesMasterIdLst>
    <p:notesMasterId xmlns:r="http://schemas.openxmlformats.org/officeDocument/2006/relationships" r:id="R51a260ad881d4d38"/>
  </p:notesMasterIdLst>
  <p:sldIdLst>
    <p:sldId xmlns:r="http://schemas.openxmlformats.org/officeDocument/2006/relationships" id="256" r:id="Rae2374fba2224ecc"/>
    <p:sldId xmlns:r="http://schemas.openxmlformats.org/officeDocument/2006/relationships" id="257" r:id="Re9de69ff9d0c4884"/>
    <p:sldId xmlns:r="http://schemas.openxmlformats.org/officeDocument/2006/relationships" id="258" r:id="R41a15dc0ae11419c"/>
    <p:sldId xmlns:r="http://schemas.openxmlformats.org/officeDocument/2006/relationships" id="259" r:id="Rdaa198416c12493e"/>
    <p:sldId xmlns:r="http://schemas.openxmlformats.org/officeDocument/2006/relationships" id="260" r:id="R44c20237d61e4e19"/>
    <p:sldId xmlns:r="http://schemas.openxmlformats.org/officeDocument/2006/relationships" id="261" r:id="R3728a342213843d1"/>
    <p:sldId xmlns:r="http://schemas.openxmlformats.org/officeDocument/2006/relationships" id="262" r:id="R441188dcd2c24fa3"/>
    <p:sldId xmlns:r="http://schemas.openxmlformats.org/officeDocument/2006/relationships" id="263" r:id="R4fc4edb59ae64105"/>
    <p:sldId xmlns:r="http://schemas.openxmlformats.org/officeDocument/2006/relationships" id="264" r:id="R53d30fc82c2f4750"/>
    <p:sldId xmlns:r="http://schemas.openxmlformats.org/officeDocument/2006/relationships" id="265" r:id="R38d5c0f357294b62"/>
    <p:sldId xmlns:r="http://schemas.openxmlformats.org/officeDocument/2006/relationships" id="266" r:id="Raae7639a93d54f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4720697f24374" /><Relationship Type="http://schemas.openxmlformats.org/officeDocument/2006/relationships/slideMaster" Target="/ppt/slideMasters/slideMaster1.xml" Id="Raafaa6b0eb9d492a" /><Relationship Type="http://schemas.openxmlformats.org/officeDocument/2006/relationships/notesMaster" Target="/ppt/notesMasters/notesMaster1.xml" Id="R51a260ad881d4d38" /><Relationship Type="http://schemas.openxmlformats.org/officeDocument/2006/relationships/presProps" Target="/ppt/presProps.xml" Id="Ra1ea92eaf1ae46ba" /><Relationship Type="http://schemas.openxmlformats.org/officeDocument/2006/relationships/tableStyles" Target="/ppt/tableStyles.xml" Id="R2ae3985f332146cd" /><Relationship Type="http://schemas.openxmlformats.org/officeDocument/2006/relationships/slide" Target="/ppt/slides/slide1.xml" Id="Rae2374fba2224ecc" /><Relationship Type="http://schemas.openxmlformats.org/officeDocument/2006/relationships/slide" Target="/ppt/slides/slide2.xml" Id="Re9de69ff9d0c4884" /><Relationship Type="http://schemas.openxmlformats.org/officeDocument/2006/relationships/slide" Target="/ppt/slides/slide3.xml" Id="R41a15dc0ae11419c" /><Relationship Type="http://schemas.openxmlformats.org/officeDocument/2006/relationships/slide" Target="/ppt/slides/slide4.xml" Id="Rdaa198416c12493e" /><Relationship Type="http://schemas.openxmlformats.org/officeDocument/2006/relationships/slide" Target="/ppt/slides/slide5.xml" Id="R44c20237d61e4e19" /><Relationship Type="http://schemas.openxmlformats.org/officeDocument/2006/relationships/slide" Target="/ppt/slides/slide6.xml" Id="R3728a342213843d1" /><Relationship Type="http://schemas.openxmlformats.org/officeDocument/2006/relationships/slide" Target="/ppt/slides/slide7.xml" Id="R441188dcd2c24fa3" /><Relationship Type="http://schemas.openxmlformats.org/officeDocument/2006/relationships/slide" Target="/ppt/slides/slide8.xml" Id="R4fc4edb59ae64105" /><Relationship Type="http://schemas.openxmlformats.org/officeDocument/2006/relationships/slide" Target="/ppt/slides/slide9.xml" Id="R53d30fc82c2f4750" /><Relationship Type="http://schemas.openxmlformats.org/officeDocument/2006/relationships/slide" Target="/ppt/slides/slide10.xml" Id="R38d5c0f357294b62" /><Relationship Type="http://schemas.openxmlformats.org/officeDocument/2006/relationships/slide" Target="/ppt/slides/slide11.xml" Id="Raae7639a93d54f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e11ab705948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e7de045a7b4677" /><Relationship Type="http://schemas.openxmlformats.org/officeDocument/2006/relationships/notesMaster" Target="/ppt/notesMasters/notesMaster1.xml" Id="R84102c7d98a54a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5ab47ba7e4008" /><Relationship Type="http://schemas.openxmlformats.org/officeDocument/2006/relationships/notesMaster" Target="/ppt/notesMasters/notesMaster1.xml" Id="Rb60f82305bb84d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1649b64acd453e" /><Relationship Type="http://schemas.openxmlformats.org/officeDocument/2006/relationships/notesMaster" Target="/ppt/notesMasters/notesMaster1.xml" Id="Ra85950fb8ff344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f4b7e834d493e" /><Relationship Type="http://schemas.openxmlformats.org/officeDocument/2006/relationships/notesMaster" Target="/ppt/notesMasters/notesMaster1.xml" Id="R0c09f5e7a66a41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3f0641b56e407c" /><Relationship Type="http://schemas.openxmlformats.org/officeDocument/2006/relationships/notesMaster" Target="/ppt/notesMasters/notesMaster1.xml" Id="Rc44d4e5373dc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4022a0b7346f8" /><Relationship Type="http://schemas.openxmlformats.org/officeDocument/2006/relationships/notesMaster" Target="/ppt/notesMasters/notesMaster1.xml" Id="R638b490a71c440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c28b4bdb74ccf" /><Relationship Type="http://schemas.openxmlformats.org/officeDocument/2006/relationships/notesMaster" Target="/ppt/notesMasters/notesMaster1.xml" Id="R18ef9896906e46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11839b0e942bd" /><Relationship Type="http://schemas.openxmlformats.org/officeDocument/2006/relationships/notesMaster" Target="/ppt/notesMasters/notesMaster1.xml" Id="Rd570559b948c49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b698ad3ce432c" /><Relationship Type="http://schemas.openxmlformats.org/officeDocument/2006/relationships/notesMaster" Target="/ppt/notesMasters/notesMaster1.xml" Id="R9b09143be0254f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f3a3be4b494ee8" /><Relationship Type="http://schemas.openxmlformats.org/officeDocument/2006/relationships/notesMaster" Target="/ppt/notesMasters/notesMaster1.xml" Id="Re8440dce38684c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c0d77efd2f430e" /><Relationship Type="http://schemas.openxmlformats.org/officeDocument/2006/relationships/notesMaster" Target="/ppt/notesMasters/notesMaster1.xml" Id="Rc52d85bb990e46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bfc7e2506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a01357b3141a9" /><Relationship Type="http://schemas.openxmlformats.org/officeDocument/2006/relationships/slideLayout" Target="/ppt/slideLayouts/slideLayout1.xml" Id="R64edecd33ebe46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edecd33ebe46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a2e1177834e8e" /><Relationship Type="http://schemas.openxmlformats.org/officeDocument/2006/relationships/image" Target="/ppt/media/image.png" Id="Re7ce649e5fe343bf" /><Relationship Type="http://schemas.openxmlformats.org/officeDocument/2006/relationships/notesSlide" Target="/ppt/notesSlides/notesSlide1.xml" Id="R056baf07b83c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7f95b027c48a5" /><Relationship Type="http://schemas.openxmlformats.org/officeDocument/2006/relationships/image" Target="/ppt/media/image2.png" Id="Rfb911af328594c39" /><Relationship Type="http://schemas.openxmlformats.org/officeDocument/2006/relationships/notesSlide" Target="/ppt/notesSlides/notesSlide2.xml" Id="R5264a077e755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81a0eb7484b96" /><Relationship Type="http://schemas.openxmlformats.org/officeDocument/2006/relationships/image" Target="/ppt/media/image3.png" Id="Rcb8f7fb81a274655" /><Relationship Type="http://schemas.openxmlformats.org/officeDocument/2006/relationships/notesSlide" Target="/ppt/notesSlides/notesSlide3.xml" Id="R8a740421bfbb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296ecf722495a" /><Relationship Type="http://schemas.openxmlformats.org/officeDocument/2006/relationships/image" Target="/ppt/media/image4.png" Id="Rc2651b3cd626469c" /><Relationship Type="http://schemas.openxmlformats.org/officeDocument/2006/relationships/notesSlide" Target="/ppt/notesSlides/notesSlide4.xml" Id="R3a8cb4fab57e4d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d8bdd33024675" /><Relationship Type="http://schemas.openxmlformats.org/officeDocument/2006/relationships/image" Target="/ppt/media/image5.png" Id="R372c2d1f200146ae" /><Relationship Type="http://schemas.openxmlformats.org/officeDocument/2006/relationships/notesSlide" Target="/ppt/notesSlides/notesSlide5.xml" Id="R379fbec594b4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a6a727b904d84" /><Relationship Type="http://schemas.openxmlformats.org/officeDocument/2006/relationships/image" Target="/ppt/media/image6.png" Id="R35fe8bb46514491f" /><Relationship Type="http://schemas.openxmlformats.org/officeDocument/2006/relationships/notesSlide" Target="/ppt/notesSlides/notesSlide6.xml" Id="R553a6e131609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4bf45b91a46ef" /><Relationship Type="http://schemas.openxmlformats.org/officeDocument/2006/relationships/image" Target="/ppt/media/image7.png" Id="R08d9e0dfd9bf4b16" /><Relationship Type="http://schemas.openxmlformats.org/officeDocument/2006/relationships/notesSlide" Target="/ppt/notesSlides/notesSlide7.xml" Id="R91d22c0b48b747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51f56b8e74fd2" /><Relationship Type="http://schemas.openxmlformats.org/officeDocument/2006/relationships/image" Target="/ppt/media/image8.png" Id="Reb81651b31ee4681" /><Relationship Type="http://schemas.openxmlformats.org/officeDocument/2006/relationships/notesSlide" Target="/ppt/notesSlides/notesSlide8.xml" Id="R7c875b6707914c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3d95665394bb7" /><Relationship Type="http://schemas.openxmlformats.org/officeDocument/2006/relationships/image" Target="/ppt/media/image9.png" Id="R69f143346afe4495" /><Relationship Type="http://schemas.openxmlformats.org/officeDocument/2006/relationships/notesSlide" Target="/ppt/notesSlides/notesSlide9.xml" Id="R1e2be324cbe14e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9c542884644dd" /><Relationship Type="http://schemas.openxmlformats.org/officeDocument/2006/relationships/image" Target="/ppt/media/image10.png" Id="Rbbf3618f4e624a12" /><Relationship Type="http://schemas.openxmlformats.org/officeDocument/2006/relationships/notesSlide" Target="/ppt/notesSlides/notesSlide10.xml" Id="R76e47d09973d4d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c3c8a38b64278" /><Relationship Type="http://schemas.openxmlformats.org/officeDocument/2006/relationships/image" Target="/ppt/media/image11.png" Id="Rd028ecdeeaf14688" /><Relationship Type="http://schemas.openxmlformats.org/officeDocument/2006/relationships/notesSlide" Target="/ppt/notesSlides/notesSlide11.xml" Id="R7fca0ea0aa5240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e649e5fe343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2BF47-AC02-4E87-9595-7DB4DBC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E2E5D-6A3B-4F4A-975D-645C949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2D040-AD4E-4E5A-83FF-5012611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Лабораторная №3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F2C85-D100-476C-9E1A-171F791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C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1ADFE-494E-4000-8FE4-3C178C8B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14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ЛЕКЦИЯ К ЛАБОРАТОРНОЙ РАБОТЕ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1E063-8CA9-4252-B3CD-D0E387F2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614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DQN, Double DQN и Dueling Double DQN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DE883-37A4-42E8-9EAD-0810284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Никитин Пётр Владимирович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Кафедра искусственного интеллекта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Финансовый университет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4C6DB-B11F-461E-8EBE-88B10472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F6C31-5573-4DB1-B686-E1B416B1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2BC6F-4ED6-4681-BCA9-7D50040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теория → эксперимент → вывод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E66DD-AEEA-4078-8C5F-E6975654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531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11af328594c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B949F-6EBB-4033-A8B8-63395A4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5740-3419-4C8A-B4E8-6820084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67ECE-C154-4577-AD0C-138A1AAC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Результаты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427AD-A608-40AD-A2F6-DFF15FF5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студент должен уметь после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984A9-4690-49DC-8334-3A0D6146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5508B-71EB-4FA8-B37F-F57F8E51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Аппроксимация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399FA-C827-4F87-AF06-A32B308E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Перейти от Q-таблицы к нейросети Q(s,a;θ).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CD5C8-484A-4C10-96A7-ED1C0867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3F7F7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59F7-D133-4668-83C8-B157BBC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Стабилизация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1050E-04D7-409B-8745-2C4018D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Объяснить replay buffer и target network.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6979D-85C5-4A96-AFBE-0D83E087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98D4A-BAB6-485A-B930-3C1B563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Финансовый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C1BDE-E32B-4713-835A-AC4524B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Сравнить DQN-семейство на MOEX без утечки.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9A6D1-FC2E-4F7D-B184-A736E433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3589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f7fb81a2746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D6FE0-98EB-4AAA-A6C3-7313E27E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5940E-1646-4E1D-8FB6-70BF46AB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C06E4-8FBE-4C89-8821-863530B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Функция потерь 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AAD96-D611-45B3-8E66-FC989FB2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E7056-842A-4698-93B0-7DC673F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9DFE-9436-404E-9E43-8A1CEA9B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yₜ=rₜ+γ(1−done) max_a′Q(sₜ₊₁,a′;θ⁻)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2AC16-F523-4FB7-B080-207646C8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91C4A-37A3-4290-914A-4227009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L(θ)=E_D[(yₜ−Q(sₜ,aₜ;θ))²]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D1C05-32DE-4020-9F0A-9C094D37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043F6-9E3E-4FF1-8BB1-7DCA975E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θ⁻←θ  каждые K шагов;   (s,a,r,s′)~ReplayBuffer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807D4-BB70-430E-82A4-26A98F2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Replay разрушает временную корреляцию, target network замедляет движение цели.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8B229-F31E-44C6-8018-A9548EC5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814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51b3cd62646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C00EA-065F-4723-AFDD-54ED267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0C71-9410-40A8-9DB1-ACA97BF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9033E-C4D3-4325-906D-DE3116F6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Архитектура 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FF4F0-8050-4558-A3DC-436C8A1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2C155-4911-435D-AA4F-36B20724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C7FAA-393F-4C2B-A0D1-9FF0BCE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CE135-BD54-4D9E-B53A-6FB3B03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returns, trend, vol, volume, 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D5F85-0537-44F5-8E46-36BA99E0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7F155-F22E-4345-B4AB-CB17B66F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0301F-E7C3-4F76-A8C2-C6DDB515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MLP trunk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D7B23-908F-4FB9-B469-8606AC55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128 → 128, ReLU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DDCB2-D047-43C9-B7DF-58CF0F2B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29C68-9828-4F17-94E5-929E1726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BF145-C373-4BB9-8EC5-DD48186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Q-head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CABD5-B417-494D-8E48-6AEDCF09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Q(CASH), Q(LONG)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FD69C-301E-4A38-BEB4-5880DE7D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AC7C9-6EEA-4157-956A-171D83B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58B8F-9557-4C03-BA42-5AED65F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ε-greedy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D5E17-0207-46B0-B5E1-E96CA931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действие и переход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8CAF7-D02B-45E6-87BD-5C909F09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Нейросеть интерполирует между похожими состояниями, но требует контроля масштаба признаков и переобучения.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0D94D-40E8-4F97-91F7-C037593A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6299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c2d1f200146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CF40-1298-46C3-8215-F789023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5881-6D87-4A45-AE3A-E201D7FA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BBF23-F27F-470A-AE76-B53B4B7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Double и Dueling 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C9E25-E273-491B-B5E6-CB307E8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A5E02-BD92-4309-B240-6BC9907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334DE-0ECF-42A1-8BBE-B909D5EE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DDQN: a*=argmax_a Q(s′,a;θ);  y=r+γQ(s′,a*;θ⁻)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DAE21-DD00-47A8-8FBF-4756A3F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165C8-3226-4F79-B30E-FD1BC9AD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Q(s,a)=V(s)+A(s,a)−mean_a′A(s,a′)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D62F8-2DB3-4A71-8C45-A0BE1AC6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A5AF4-AD06-4DBB-9B25-0DE00C51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Huber(δ)=½δ², |δ|≤1;  |δ|−½ иначе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17D76-E799-4C71-8182-CAA5A713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Double разделяет выбор и оценивание; dueling разделяет ценность рыночного состояния и преимущество действия.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BA8A2-9A5D-45A6-9A3D-A3D2C9BB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1861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e8bb4651449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8357D-C8AE-4439-9600-10D92E2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E6DDD-8C72-4236-B18C-AE363CB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46819-BC7B-4072-8752-57BBC439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Обучающий конвейер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BFB48-4F1E-4989-98DD-BC62E26E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6FDAC-931F-4F7D-A777-3E1E79D6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EF633-B03B-43C8-A5B9-FF5B4072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AC2C5-720A-463D-9CC7-FEB92C60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позиция, комиссия, reward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CC6E5-3976-46A3-BA4E-F238288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D6562-6E04-4A3F-A5C6-19140493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2F515-D1B8-4AEF-B378-3D67E99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497D5-C276-4542-B9CB-2506E6AF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случайный mini-batch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F9BB5-F4A8-47EE-97DC-8A612E7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FA181-283A-4773-9BE5-26255517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19E19-E062-477E-9938-89A1D89A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Online 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7DDB7-8E0F-433E-A58E-BCBA6AF8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gradient descent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D1F86-0633-4FF7-B134-98BB4D27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ADCE6-DB46-4A1E-A4D2-1440F39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83328-3E22-4D6B-8BAA-B40EA808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Target 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4CAA0-3E94-489F-B7A2-4FA80E0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стабильная TD-цель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FE5D5-8E5C-433A-84EF-F179A04B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 test ε=0, параметры заморожены, каждое действие и причина записываются в протокол.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94420-5AB7-440B-879F-1066FCB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8712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9e0dfd9bf4b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08862-D4AB-4ECC-A769-09404A7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7784D-7553-4109-8432-65A3CBF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E5119-5343-4DA9-BBE1-76B7702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Сравнение архитектур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D047D-7FD5-4260-BB7A-3AA121D9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Сравнение на одинаковых данных и временных границах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55AE3-76D3-4B09-8D98-8A99F4A0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764AE-8291-46F6-B4D3-4BA01749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5DDCE-00A8-4845-BD1C-657B040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73550-FD2C-45C8-A863-546AB8F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Сильная сторона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C628C-4406-43BF-8B52-89541E1C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215BA-B399-42A2-85F1-204128C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EF034-7C1E-45F9-A7A8-56EC102E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2BAD5-F541-4E40-A606-9D8D701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B8447-7EE2-4086-84D4-8759B36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55001-A6E4-4C9F-9A41-02065E7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DQN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C634F-2E2C-4D59-8EF7-278D89FC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976A2-8B7F-41AA-877F-8475478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простая база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07001-DD34-4EFF-AFFE-C03BFA7A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0699B-0DFD-432F-82F3-9ABDA979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overestimation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12738-6213-4F8D-8F22-86318018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A107F-BA08-4C64-B179-F4A10D3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Q-scale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37E81-9B8A-41CE-8CF6-77A48C2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EC9F6-7E89-461D-9814-802F288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Double DQN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996A8-B3AC-465B-86E8-C2937A8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2C495-36F8-4D65-A412-77651E5F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меньше смещение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5FCCE-AF37-42AB-8391-7F67CBE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E43CA-2B47-4AC5-AC77-5211E0BB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две сети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38199-012C-44E9-AF35-712C6B15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47A0F-2834-44D8-8AB4-E7A18075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target sync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E0669-D67C-47DB-88EC-19BF5A8F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175B8-C7FB-40C9-B9D2-D2952D39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52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Dueling DDQN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6EBA8-4331-47EF-AAEF-91305E37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C10CD-0900-4992-B5B7-12359D27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state value отдельно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9400DC-F272-47CB-89E7-B37755A4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3E17E2-4891-4920-BE85-AF90F7F0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сложнее head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B62B5-D46D-4ABA-BF06-067DF036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4F25F4-B266-49C2-9F86-1C7A00D3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абляция V/A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22A96A-D010-44F7-8B94-E53B26E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1B4F49-9911-4B7E-8405-AB490D77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576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Buy &amp; Hold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2F251B-8773-40A1-8735-55A47B9D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68E6CB-009E-477B-A327-5854D5B2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нет обучения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E735B5-1383-408B-8401-31E776D3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2259AF-C3DF-4690-94F3-F883167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рыночный риск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7D43B1-4E94-4C8D-8246-5FCCDA11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1DB26-3958-49DA-A7F1-B6237A6A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единый test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2B73E5-0DB1-435C-A073-E6625B8D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6752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1651b31ee46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ACEDD-01DD-477D-9BBC-2C5D65A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45F48-B459-4D46-A606-248EFCF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093E8-507C-481C-B9BF-BA7F7FA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Double DQN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7F20C-546D-495E-8012-58B04816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Фрагмент, который студент должен уметь объяснить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F631D-0CC1-4395-8E1A-BFACA8F6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762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101B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C7A61-0260-4B75-97FA-C715571C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6334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with torch.no_grad():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next_action = online(next_s).argmax(1)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next_q = target(next_s).gather(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    1, next_action[:, None])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y = r + gamma*(1-done)*next_q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q = online(s).gather(1, a[:, None])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loss = F.smooth_l1_loss(q, 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44073-E3E0-402B-B652-4BB61C2A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3714750" cy="39052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B4C9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AFCED-5FA1-4357-9590-A37D0E2F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6F00B-1D87-4099-8C1D-4471BE35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Online-сеть выбирает a*.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Target-сеть только оценивает выбранное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Так уменьшается систематическое завышение max Q при шумных оценках.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3F013-BA26-4F53-BBCD-6816EAE6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6017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143346afe44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429B1-F05D-41D1-AC35-ECC7BF4D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BCD33-40EE-4D76-8A2D-66B738AA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65724-475A-4CEF-A487-F00B40A1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Мини-тест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C60A0-6C57-4DE4-BC0B-55476A3B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Сначала ответьте без подсказок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8D553-A42F-40B4-8811-B870BD93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Зачем нужна target network?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Что исправляет Double DQN?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Почему test нельзя запускать многократно при выборе гиперпараметров?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3A37F-B1DB-4628-B04A-ADFB51D6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9896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3618f4e624a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452E6-9A8D-4D41-B3E6-9FE75BBC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78BAF-B1A5-4A5F-B978-9F939C0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FAA4F-C34C-4A3A-B7F7-0578A69B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Разбор мини-теста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6D7F9-DAFE-4E15-B5F8-147B396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Проверьте рассуждение, а не только букву ответа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9E9A9-0DF0-4914-ADFB-0FB42BF6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Делает TD-цель медленно меняющейся и стабилизирует обучение.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Снижает overestimation, разделяя выбор и оценивание 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Возникает адаптация к test и оптимистическая оценка обобщения.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A314F-6218-4648-9011-BB0B377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94690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8ecdeeaf146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98632-AAAC-42BF-B228-2CF231F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3CF36-B916-43AA-9BB5-BAB130D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85EA9-CBAD-4DEE-BB4F-86F8DC1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Выводы и переход к MARL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6261F-48B4-4523-BAD1-6C40189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От одной позиции к портфелю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3158A-B5C7-4BE4-AD74-81CF06AE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DQN масштабируется к непрерывным признакам, но усложняет верификацию.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DDQN и dueling head решают разные источники нестабильности.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Для портфеля появляется вектор весов, корреляции и конфликт целей.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Лабораторная №4 разделяет эти функции между Market, Risk и Allocation Agent.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6EA93-9217-463C-8F1E-9214E4DC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904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2026-09-20T19:20:29.9280000Z</dcterms:created>
  <dcterms:modified xsi:type="dcterms:W3CDTF">2026-09-20T19:20:29.9280000Z</dcterms:modified>
</coreProperties>
</file>