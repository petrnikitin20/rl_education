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32dab336845f1" /><Relationship Type="http://schemas.openxmlformats.org/officeDocument/2006/relationships/extended-properties" Target="/docProps/app.xml" Id="Rc19559921aef4d34" /><Relationship Type="http://schemas.openxmlformats.org/officeDocument/2006/relationships/officeDocument" Target="/ppt/presentation.xml" Id="R46affe78265149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ef58cd69734fdb"/>
  </p:sldMasterIdLst>
  <p:notesMasterIdLst>
    <p:notesMasterId xmlns:r="http://schemas.openxmlformats.org/officeDocument/2006/relationships" r:id="R217f68e784214cb7"/>
  </p:notesMasterIdLst>
  <p:sldIdLst>
    <p:sldId xmlns:r="http://schemas.openxmlformats.org/officeDocument/2006/relationships" id="256" r:id="R475f60968bc0426e"/>
    <p:sldId xmlns:r="http://schemas.openxmlformats.org/officeDocument/2006/relationships" id="257" r:id="R174b778699954231"/>
    <p:sldId xmlns:r="http://schemas.openxmlformats.org/officeDocument/2006/relationships" id="258" r:id="R2f5e5efffb154da5"/>
    <p:sldId xmlns:r="http://schemas.openxmlformats.org/officeDocument/2006/relationships" id="259" r:id="Re47bfc90b23a4fad"/>
    <p:sldId xmlns:r="http://schemas.openxmlformats.org/officeDocument/2006/relationships" id="260" r:id="Ra5e72141756c4701"/>
    <p:sldId xmlns:r="http://schemas.openxmlformats.org/officeDocument/2006/relationships" id="261" r:id="Rda12fc99423a44a4"/>
    <p:sldId xmlns:r="http://schemas.openxmlformats.org/officeDocument/2006/relationships" id="262" r:id="R7356acae8aef4f3c"/>
    <p:sldId xmlns:r="http://schemas.openxmlformats.org/officeDocument/2006/relationships" id="263" r:id="R7bcd6741692c4fa8"/>
    <p:sldId xmlns:r="http://schemas.openxmlformats.org/officeDocument/2006/relationships" id="264" r:id="R09e67e67bf734e7c"/>
    <p:sldId xmlns:r="http://schemas.openxmlformats.org/officeDocument/2006/relationships" id="265" r:id="R19b1403c18224f3e"/>
    <p:sldId xmlns:r="http://schemas.openxmlformats.org/officeDocument/2006/relationships" id="266" r:id="Rdca3cf6e61b3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c3f4833634c06" /><Relationship Type="http://schemas.openxmlformats.org/officeDocument/2006/relationships/slideMaster" Target="/ppt/slideMasters/slideMaster1.xml" Id="R6eef58cd69734fdb" /><Relationship Type="http://schemas.openxmlformats.org/officeDocument/2006/relationships/notesMaster" Target="/ppt/notesMasters/notesMaster1.xml" Id="R217f68e784214cb7" /><Relationship Type="http://schemas.openxmlformats.org/officeDocument/2006/relationships/presProps" Target="/ppt/presProps.xml" Id="Ref8bf653561542c8" /><Relationship Type="http://schemas.openxmlformats.org/officeDocument/2006/relationships/tableStyles" Target="/ppt/tableStyles.xml" Id="R0cf03783a8ec4496" /><Relationship Type="http://schemas.openxmlformats.org/officeDocument/2006/relationships/slide" Target="/ppt/slides/slide1.xml" Id="R475f60968bc0426e" /><Relationship Type="http://schemas.openxmlformats.org/officeDocument/2006/relationships/slide" Target="/ppt/slides/slide2.xml" Id="R174b778699954231" /><Relationship Type="http://schemas.openxmlformats.org/officeDocument/2006/relationships/slide" Target="/ppt/slides/slide3.xml" Id="R2f5e5efffb154da5" /><Relationship Type="http://schemas.openxmlformats.org/officeDocument/2006/relationships/slide" Target="/ppt/slides/slide4.xml" Id="Re47bfc90b23a4fad" /><Relationship Type="http://schemas.openxmlformats.org/officeDocument/2006/relationships/slide" Target="/ppt/slides/slide5.xml" Id="Ra5e72141756c4701" /><Relationship Type="http://schemas.openxmlformats.org/officeDocument/2006/relationships/slide" Target="/ppt/slides/slide6.xml" Id="Rda12fc99423a44a4" /><Relationship Type="http://schemas.openxmlformats.org/officeDocument/2006/relationships/slide" Target="/ppt/slides/slide7.xml" Id="R7356acae8aef4f3c" /><Relationship Type="http://schemas.openxmlformats.org/officeDocument/2006/relationships/slide" Target="/ppt/slides/slide8.xml" Id="R7bcd6741692c4fa8" /><Relationship Type="http://schemas.openxmlformats.org/officeDocument/2006/relationships/slide" Target="/ppt/slides/slide9.xml" Id="R09e67e67bf734e7c" /><Relationship Type="http://schemas.openxmlformats.org/officeDocument/2006/relationships/slide" Target="/ppt/slides/slide10.xml" Id="R19b1403c18224f3e" /><Relationship Type="http://schemas.openxmlformats.org/officeDocument/2006/relationships/slide" Target="/ppt/slides/slide11.xml" Id="Rdca3cf6e61b3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c08672423441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41c1f7443472a" /><Relationship Type="http://schemas.openxmlformats.org/officeDocument/2006/relationships/notesMaster" Target="/ppt/notesMasters/notesMaster1.xml" Id="R51ee8b6296f1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8d96116c524abe" /><Relationship Type="http://schemas.openxmlformats.org/officeDocument/2006/relationships/notesMaster" Target="/ppt/notesMasters/notesMaster1.xml" Id="Rfaa549c67048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082661f904c0f" /><Relationship Type="http://schemas.openxmlformats.org/officeDocument/2006/relationships/notesMaster" Target="/ppt/notesMasters/notesMaster1.xml" Id="Rc2552615b4aa41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952ae477bb4e8b" /><Relationship Type="http://schemas.openxmlformats.org/officeDocument/2006/relationships/notesMaster" Target="/ppt/notesMasters/notesMaster1.xml" Id="Rf8a31d3807dc44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b66fd869574454" /><Relationship Type="http://schemas.openxmlformats.org/officeDocument/2006/relationships/notesMaster" Target="/ppt/notesMasters/notesMaster1.xml" Id="R8d8a0f0f5f2146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b5cf20db248c7" /><Relationship Type="http://schemas.openxmlformats.org/officeDocument/2006/relationships/notesMaster" Target="/ppt/notesMasters/notesMaster1.xml" Id="Rbd3d37ce6fac40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aad531f0b4728" /><Relationship Type="http://schemas.openxmlformats.org/officeDocument/2006/relationships/notesMaster" Target="/ppt/notesMasters/notesMaster1.xml" Id="Rd75787189c18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8e3106c1f64b90" /><Relationship Type="http://schemas.openxmlformats.org/officeDocument/2006/relationships/notesMaster" Target="/ppt/notesMasters/notesMaster1.xml" Id="Ra2bf3af03ccc4d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f930c92a0f4008" /><Relationship Type="http://schemas.openxmlformats.org/officeDocument/2006/relationships/notesMaster" Target="/ppt/notesMasters/notesMaster1.xml" Id="R459238e525bb4d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abd2d101ed48a0" /><Relationship Type="http://schemas.openxmlformats.org/officeDocument/2006/relationships/notesMaster" Target="/ppt/notesMasters/notesMaster1.xml" Id="R84a000d4c1074e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7a449ef7044e9c" /><Relationship Type="http://schemas.openxmlformats.org/officeDocument/2006/relationships/notesMaster" Target="/ppt/notesMasters/notesMaster1.xml" Id="R48b7136c9718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Sutton &amp; Barto (2020); MOEX ISS reference 409; материалы лабораторной работы и репозиторий RL_education.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3631d5661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a71916fd242d1" /><Relationship Type="http://schemas.openxmlformats.org/officeDocument/2006/relationships/slideLayout" Target="/ppt/slideLayouts/slideLayout1.xml" Id="Re2407142832748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07142832748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25f1e3c2746ae" /><Relationship Type="http://schemas.openxmlformats.org/officeDocument/2006/relationships/image" Target="/ppt/media/image.png" Id="Rd73618a87b5b4b6c" /><Relationship Type="http://schemas.openxmlformats.org/officeDocument/2006/relationships/notesSlide" Target="/ppt/notesSlides/notesSlide1.xml" Id="R67b2d2998de8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26522f5d5459d" /><Relationship Type="http://schemas.openxmlformats.org/officeDocument/2006/relationships/image" Target="/ppt/media/image2.png" Id="Ra57fd8bbf51e4bff" /><Relationship Type="http://schemas.openxmlformats.org/officeDocument/2006/relationships/notesSlide" Target="/ppt/notesSlides/notesSlide2.xml" Id="Ra2fa7219a61844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beac33ce4e65" /><Relationship Type="http://schemas.openxmlformats.org/officeDocument/2006/relationships/image" Target="/ppt/media/image3.png" Id="Rb65be75eba344875" /><Relationship Type="http://schemas.openxmlformats.org/officeDocument/2006/relationships/notesSlide" Target="/ppt/notesSlides/notesSlide3.xml" Id="R2c68210642de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51a5b925c4e5a" /><Relationship Type="http://schemas.openxmlformats.org/officeDocument/2006/relationships/image" Target="/ppt/media/image4.png" Id="Rc53797a82e784d45" /><Relationship Type="http://schemas.openxmlformats.org/officeDocument/2006/relationships/notesSlide" Target="/ppt/notesSlides/notesSlide4.xml" Id="R452b71f905134e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117b7484d4ee8" /><Relationship Type="http://schemas.openxmlformats.org/officeDocument/2006/relationships/image" Target="/ppt/media/image5.png" Id="Ra3c869181aac4d11" /><Relationship Type="http://schemas.openxmlformats.org/officeDocument/2006/relationships/notesSlide" Target="/ppt/notesSlides/notesSlide5.xml" Id="R03fabb96e9cf4e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2dfdfbdc40d9" /><Relationship Type="http://schemas.openxmlformats.org/officeDocument/2006/relationships/image" Target="/ppt/media/image6.png" Id="R8e5808a6f43c4644" /><Relationship Type="http://schemas.openxmlformats.org/officeDocument/2006/relationships/notesSlide" Target="/ppt/notesSlides/notesSlide6.xml" Id="R262c983e0b4e4a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05584368d4903" /><Relationship Type="http://schemas.openxmlformats.org/officeDocument/2006/relationships/image" Target="/ppt/media/image7.png" Id="Ra90a29b7021245c2" /><Relationship Type="http://schemas.openxmlformats.org/officeDocument/2006/relationships/notesSlide" Target="/ppt/notesSlides/notesSlide7.xml" Id="Ref8d25c3d35344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e8db571034059" /><Relationship Type="http://schemas.openxmlformats.org/officeDocument/2006/relationships/image" Target="/ppt/media/image8.png" Id="R5a23f8ab44f34146" /><Relationship Type="http://schemas.openxmlformats.org/officeDocument/2006/relationships/notesSlide" Target="/ppt/notesSlides/notesSlide8.xml" Id="R680cdb92c08c4d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4a13e5b0e4ba2" /><Relationship Type="http://schemas.openxmlformats.org/officeDocument/2006/relationships/image" Target="/ppt/media/image9.png" Id="R1e7627ac9687405a" /><Relationship Type="http://schemas.openxmlformats.org/officeDocument/2006/relationships/notesSlide" Target="/ppt/notesSlides/notesSlide9.xml" Id="R2a3e84172d724f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ae6d7025048ae" /><Relationship Type="http://schemas.openxmlformats.org/officeDocument/2006/relationships/image" Target="/ppt/media/image10.png" Id="R058f422c369f498d" /><Relationship Type="http://schemas.openxmlformats.org/officeDocument/2006/relationships/notesSlide" Target="/ppt/notesSlides/notesSlide10.xml" Id="R772213ef857240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1f79ed720440d" /><Relationship Type="http://schemas.openxmlformats.org/officeDocument/2006/relationships/image" Target="/ppt/media/image11.png" Id="R3484912fb33c4f04" /><Relationship Type="http://schemas.openxmlformats.org/officeDocument/2006/relationships/notesSlide" Target="/ppt/notesSlides/notesSlide11.xml" Id="Ra43964e0167141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618a87b5b4b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D731E-002E-4C55-8F98-9E364DAE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7F4DB-BBFB-430E-B57D-8FFE640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14FB8-16B7-44B2-8576-D74F7D1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Лабораторная №4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4C3BC-1F0A-41EA-A434-A552235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C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A04F7-8F59-453E-A008-24EF6EA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614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ЛЕКЦИЯ К ЛАБОРАТОРНОЙ РАБОТЕ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2E621-6614-482C-9EC6-210B2EF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6143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Мультиагентное управление портфелем MOEX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DE8DD-32DF-4F87-8B5A-444B6798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Никитин Пётр Владимирович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Кафедра искусственного интеллекта</a:t>
            </a:r>
          </a:p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Финансовый университет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C0A07-689B-4491-95C8-A5ECAF07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657B8-8635-4BCE-B016-B684D3DD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C0DC2-E0C8-4986-A455-BB1D1C5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теория → эксперимент → вывод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EF27B-9C1A-4842-A209-770E2D3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0300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fd8bbf51e4b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75C92-760B-48DC-9427-8298303F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41BBD-024D-459E-83FD-B9DDA188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C3013-AF85-4D29-BF27-FDD9A528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Результаты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4101-ABE3-4921-B7CB-184BF75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студент должен уметь после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F0BCF-B4FE-4A3F-A197-1DF958B0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E42B4-7B05-491B-8B31-ADC64B26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MARL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D4A95-9E5A-4702-B6F9-8E77DEC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Разделить ответственность между тремя агентами.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206DA-350D-469B-9636-90D6937C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3F7F7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37207-7651-4928-AC76-1A5685E6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Портфель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3BD2B-7BA8-45C9-A61B-183A1B8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Учитывать риск, turnover, cash и концентрацию.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45527-1BE7-4FA0-B1F4-C2F179E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714500"/>
            <a:ext cx="3435350" cy="3714750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2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D1CF-9614-4DE0-985A-8891E03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905000"/>
            <a:ext cx="30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Интерпретация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B2CD9-978B-4423-8A0B-5C98998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95550"/>
            <a:ext cx="301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Записать вклад каждого агента в ребалансировку.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9150E-544F-47C9-B5A5-F4C5D35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2992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e75eba3448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595B2-F35A-4826-B977-95F567B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AACC9-0A31-4933-AEC9-2D2337F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CB9C-5AFA-4073-9E53-019D1829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Целевая функция портфеля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763A6-1211-443A-8EA1-23CA260E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DE595-4052-4E6B-A379-5C92C837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9F092-51B5-458C-9257-3FDDB6D4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Vₜ₊₁=Vₜ[1+Σᵢ wᵢ,ₜRᵢ,ₜ₊₁−c·turnoverₜ]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183C-D0F0-4CB1-86EC-C429F61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CC8E0-D667-4D5A-9BD1-91E2E512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rₜ=ln(Vₜ₊₁/Vₜ)−λ₁DDₜ²−λ₂Σᵢwᵢ,ₜ²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6FAA1-0A0D-4AA1-9506-13DBAB58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13DBC-A6AE-404D-83AD-D909F14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turnoverₜ=Σᵢ|wᵢ,ₜ−wᵢ,ₜ₋₁|;  Σᵢwᵢ,ₜ+w_cash=1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643F8-7B26-48EC-B058-7F51CDE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Доходность, риск, концентрация и торговые издержки выражены в одной общей награде.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C00DA-55A3-43AA-A0A7-4EDF186B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4265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797a82e784d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F092F-C2B6-44D8-88DD-FD56C0C6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432AD-00AB-4B78-B178-7BE2FB69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F2428-1916-430C-B806-A88CB2A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Три роли и координатор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D13FA-32EB-48FE-A287-D168A60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3D332-67BA-4F5B-8849-1E052FD4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6997A-D0C8-4355-A440-3B43BE92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Market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2D15D-8374-4797-9DA2-D5ED50E7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47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сигнал и ранжирование акций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18505-51A4-4FE9-AD7C-F89D88ED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FD065-7AE9-4E4C-B844-17E38A6C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654AE-39BD-473A-8A17-C933620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Risk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65499-211C-4195-BC17-E510493E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47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vol, drawdown, корреляция, лимиты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2C3DA-58C5-496E-9D5E-DBF06AD0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DE521-B184-4F1F-89D0-DC3A3FA5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842FB-C352-4CBA-B262-CF4DABA8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Allocation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682C0-8545-4DEE-BE24-24BDB438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веса, cash, turnover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44D42-70C2-4E80-A99B-D3FE5BAB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3F992-1B27-4D18-A0E5-DF822F01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967C-374F-42E2-A37F-B83B6D4A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Coordinator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74E26-AC47-42A7-989B-EC5D7E8C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агрегация и проекция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FFCAA-09CE-4319-A43E-0E5AFF8E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Координатор не является четвёртым обучающимся агентом: он применяет согласованное правило к типизированным предложениям.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D77A1-58E9-4B2E-87E8-792457E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7191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869181aac4d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BC04F-E7B0-4295-AA0B-7009B86E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1A33-5DE1-4763-9C19-553FCA3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E225-D5AB-4C8E-9424-9A996C48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CTDE и факторизация ценности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D87F6-165B-4A3C-82C3-B45745DE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Математическая основа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0E8F8-A5E4-452D-8A4A-6DE8DC0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5F41F-3E00-4724-AA45-BE6653B5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383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Centralized training: Q_tot(s,a₁,…,a_n)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1BD1D-DB88-46BA-AD2B-37CDB735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AFC1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6B127-1B3A-414C-AC7C-93A521CC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Decentralized execution: aᵢ~πᵢ(oᵢ)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45D32-8D5F-422A-B1AD-185ABA28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AFCF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3DD5-8185-49E3-9033-35E4E21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852"/>
                </a:solidFill>
                <a:latin typeface="Times New Roman"/>
                <a:ea typeface="Times New Roman"/>
                <a:cs typeface="Times New Roman"/>
              </a:rPr>
              <a:t>QMIX: Q_tot=f_mix(Q₁,…,Q_n,s),  ∂Q_tot/∂Qᵢ≥0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022D3-2298-4917-A018-2C594EB3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CTDE разрешает использовать общую информацию при обучении, но каждый агент действует по локальному наблюдению на исполнении.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FC1A3-C769-452A-98D0-8361F6C3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954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808a6f43c46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6F50B-41B1-4547-A8F8-7E5A8EC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54688-549E-400C-A920-4D892A9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A7061-2A84-419A-BF82-D0F9F83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Поток одной ребалансировки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C9433-0279-4880-87C2-A763A136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Редактируемая архитектурная схема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0A132-E1E4-4FC8-8922-752502A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9865B-8C9A-431E-940E-56F3698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Наблюдения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4A13D-B0D5-4DA6-9444-C02B28DA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синхронные ряды MOEX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13B77-5F34-49AD-B617-DA961F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8B14D-B8BC-4225-B925-003ADAD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3D102-A2BC-46AB-9B76-646AD8AA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Предложения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0384C-ACBB-4078-B7FA-D35C94BE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signal, confidence, rationale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AEB53-7512-4713-9FF1-B6F9D58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71F15-FB04-4EB3-9804-A5721D2D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86B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3EF14-A4B1-4750-8998-13ACA7F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F835B-C0AC-4EB6-8DB6-4748F99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лимит веса и сумма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4585D-8907-43F2-A3A7-B917083F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6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621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21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CC1CB-7339-444C-9610-DA10BCDB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9525">
            <a:solidFill>
              <a:srgbClr val="2C8B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A2C6C-DC70-448E-9B8A-D01FFAC5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03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C8B6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8B62"/>
                </a:solidFill>
                <a:latin typeface="Arial"/>
                <a:ea typeface="Arial"/>
                <a:cs typeface="Arial"/>
              </a:rPr>
              <a:t>Протокол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D1C43-1595-4224-B1B7-8ECD5738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веса, комиссия, причины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8CF86-B8DB-4DE6-88CD-07C300EF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Дата решения предшествует доходности, по которой начисляется следующая награда.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E8211-E8C4-48E9-AF2F-6B4F4E4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42648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a29b7021245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B2D05-BD1F-48AE-9A4E-8383CF65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60BA3-1816-4E90-AF05-E0A91A98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9CC1F-D858-4AC5-8A0E-96417DC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Абляции и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44E3-A38D-4F9A-9B5E-9259B81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Сравнение на одинаковых данных и временных границах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9E363-18A7-4B93-A6B6-0B4E41D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ED9EA-FDEB-4CFD-8662-D8CBCC1C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Вариант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09616-91C6-4755-B254-679195C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38C13-B6ED-4474-B5A2-7436A61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выключено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9F715-5C60-414D-8CD5-30465B07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653B1-F991-4A52-8C32-8C76AF19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Ожидаемый эффект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8DF43-FF1A-4163-9EA2-DC87A3CE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D860F-20CE-4349-B576-3BEB6E8F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573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Метрика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F9A48-E2D6-493E-B48C-F68EF03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3E641-7319-4865-AC9E-0FCBB84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CTDE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82EE7-7A85-4C70-873F-41961881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95A59-088B-457C-9E29-0B74D00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44ED2-B545-43BD-8F43-7F0BFE14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CB841-1764-4E00-BC78-9AA86E4D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согласованные роли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A47EB-5EE3-49F6-BEB8-FECF0FF9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78159-11DA-45D2-8CAA-D0ADB6A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03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Sharpe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F1465-7A56-41BF-B347-B31CD54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85CE6-532B-40B5-8F3E-3A0FA94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без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8ECFE-83F4-4023-AFF8-4CEC797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18D44-2BB2-413D-BE16-AC03872E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risk limits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81587-71D9-4EF9-83F5-A83BF03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82BB5-0D26-434F-9591-D2670639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выше DD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4460E-CFC0-46BE-B972-4C78F392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AAB13-6664-497D-B0E2-B595175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52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Max DD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31333-A444-4FEB-A01A-C68642D8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5EC22-9A53-41AD-A7A7-8AC1F12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52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без Allocation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F958E7-D3D7-4A43-87D5-89902FA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F33AA9-1A44-4BF8-A84E-F018287E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diversification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CDAD2-58CB-4B60-8443-957A8104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435F7D-9E44-4DA7-91CC-86AEE01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выше concentration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7C716-B4DF-48CA-B665-1714B2B4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B39DE-9224-4223-86D8-49F96D74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052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HHI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AF8980-0834-48D2-A8FA-B812267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7E04EB-C362-4C67-AAE3-292B8C6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5765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2A"/>
                </a:solidFill>
                <a:latin typeface="Arial"/>
                <a:ea typeface="Arial"/>
                <a:cs typeface="Arial"/>
              </a:rPr>
              <a:t>Equal weight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FCDA65-49D7-4F7D-A9FC-AB234AF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A34C95-F410-4E21-A8B3-43988AE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всё обучение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DD337F-00CC-4567-9EDB-9711E8A0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500E6A-9C4F-4DB8-B4E7-205A2E5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стабильный baseline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CC6909-2214-4EF0-806B-F18CF5E8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4"/>
          </a:solidFill>
          <a:ln xmlns:a="http://schemas.openxmlformats.org/drawingml/2006/main" w="9525">
            <a:solidFill>
              <a:srgbClr val="B9C7C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2378C0-A253-4775-9BE1-2B0E56A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B3B4AB-195C-451E-BBC5-44B4072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8255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3f8ab44f341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B1761-E87E-49BB-9519-EA8D42E4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83225-EA93-472B-8EED-763818F3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63826-6AA1-4B45-AF94-4AB48F3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Координатор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A0E01-F40B-4F5C-92E0-319CA8D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Фрагмент, который студент должен уметь объяснить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7829A-583C-44A0-A038-253F0C83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762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1B2A"/>
          </a:solidFill>
          <a:ln xmlns:a="http://schemas.openxmlformats.org/drawingml/2006/main" w="9525">
            <a:solidFill>
              <a:srgbClr val="101B2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4E077-34A3-4B24-8FE2-9839778C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6334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proposals = {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"market": market.act(obs),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"risk": risk.act(obs),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"allocation": alloc.act(obs)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raw = aggregate(proposals)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weights = project(raw,</a:t>
            </a:r>
          </a:p>
          <a:p xmlns:a="http://schemas.openxmlformats.org/drawingml/2006/main">
            <a:pPr algn="l">
              <a:defRPr sz="1275" b="0">
                <a:solidFill>
                  <a:srgbClr val="EAF2F7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    max_weight=.35, sum_to_one=True)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E8345-3503-47FF-830E-EBF5776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3714750" cy="39052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B4C9C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3E521-0F50-4CAD-9783-5E2C3C6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Что происходит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96CFC-3EF0-4515-9AB2-E1020093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Каждый агент возвращает не только число, но и confidence и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После агрегации веса проецируются на допустимое множество.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Протокол хранит входы, предложения и финальное решение.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F482C-42E4-4C95-83C8-0284DE7D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9167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27ac968740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03845-5E2B-447F-B1B0-93781D8A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F06FB-02D8-4857-92B8-600273C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84A49-D0E0-42DB-9209-B99286D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Мини-тест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DC4D2-B009-4A16-9888-8C6C6061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Сначала ответьте без подсказок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E7C71-33CF-4AE4-BC38-13E3B5AD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Что означает CTDE?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Почему turnover входит в reward?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Как проверить вклад Risk Agent?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32652-4F6E-4AA6-8349-69E7E06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0058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f422c369f49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94C9B-5A0D-4332-9600-69E7B9D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E921C-2BB5-4EF5-B3E4-2D3614D4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370FD-8BE1-4F3E-9C3B-89D5592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Разбор мини-теста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0340A-23D8-47AA-AE9B-6DF7911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Проверьте рассуждение, а не только букву ответа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F90F4-389C-46A7-803F-37734599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1. Централизованное обучение и децентрализованное исполнение.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2. Частая смена весов создаёт комиссию и нестабильность.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3. Провести абляцию без него на том же test и сравнить drawdown, Sharpe и нарушения лимитов.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2C4BA-74B1-43A4-8AAF-4AF71C9C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83914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4912fb33c4f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23B24-7D8D-4C89-8F6C-C6CEAED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667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B4227-4E84-49E6-A91C-88CC24C4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"/>
            <a:ext cx="9667875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B6E"/>
          </a:solidFill>
          <a:ln xmlns:a="http://schemas.openxmlformats.org/drawingml/2006/main" w="0">
            <a:solidFill>
              <a:srgbClr val="286B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CB628-C31E-4CF4-814A-BF26D898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852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Итоговая архитектура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1E8B3-5F06-460E-AF1B-E078A8E3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B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6B6E"/>
                </a:solidFill>
                <a:latin typeface="Arial"/>
                <a:ea typeface="Arial"/>
                <a:cs typeface="Arial"/>
              </a:rPr>
              <a:t>Четыре лабораторные образуют один исследовательский цикл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548E1-75EA-49A8-83F6-C71A68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Лаб. 1: исследование, траектория и политика.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Лаб. 2: прозрачные TD-методы и реальные финансовые показатели.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Лаб. 3: нейросетевая аппроксимация Q на тех же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Лаб. 4: портфель и кооперация специализированных агентов.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3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2A"/>
                </a:solidFill>
                <a:latin typeface="Arial"/>
                <a:ea typeface="Arial"/>
                <a:cs typeface="Arial"/>
              </a:rPr>
              <a:t>• Финальный критерий — воспроизводимый вывод, а не максимальная историческая прибыль.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7229F-5F7C-4729-8418-6F452F27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0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3111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2026-09-20T19:20:38.7800000Z</dcterms:created>
  <dcterms:modified xsi:type="dcterms:W3CDTF">2026-09-20T19:20:38.7800000Z</dcterms:modified>
</coreProperties>
</file>